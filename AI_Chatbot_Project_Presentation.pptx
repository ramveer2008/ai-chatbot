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Using Python, Streamlit &amp; Groq API</a:t>
            </a:r>
          </a:p>
          <a:p>
            <a:pPr>
              <a:spcAft>
                <a:spcPts val="1000"/>
              </a:spcAft>
              <a:defRPr sz="2200"/>
            </a:pPr>
            <a:r>
              <a:t>Presented By: Ramveer</a:t>
            </a:r>
          </a:p>
          <a:p>
            <a:pPr>
              <a:spcAft>
                <a:spcPts val="1000"/>
              </a:spcAft>
              <a:defRPr sz="2200"/>
            </a:pPr>
            <a:r>
              <a:t>Branch: CSE (AI &amp; 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AI Chatbot is an intelligent software application.</a:t>
            </a:r>
          </a:p>
          <a:p>
            <a:pPr>
              <a:spcAft>
                <a:spcPts val="1000"/>
              </a:spcAft>
              <a:defRPr sz="2200"/>
            </a:pPr>
            <a:r>
              <a:t>It understands user questions and generates responses.</a:t>
            </a:r>
          </a:p>
          <a:p>
            <a:pPr>
              <a:spcAft>
                <a:spcPts val="1000"/>
              </a:spcAft>
              <a:defRPr sz="2200"/>
            </a:pPr>
            <a:r>
              <a:t>Python is used for development.</a:t>
            </a:r>
          </a:p>
          <a:p>
            <a:pPr>
              <a:spcAft>
                <a:spcPts val="1000"/>
              </a:spcAft>
              <a:defRPr sz="2200"/>
            </a:pPr>
            <a:r>
              <a:t>Streamlit provides the interactive web interface.</a:t>
            </a:r>
          </a:p>
          <a:p>
            <a:pPr>
              <a:spcAft>
                <a:spcPts val="1000"/>
              </a:spcAft>
              <a:defRPr sz="2200"/>
            </a:pPr>
            <a:r>
              <a:t>Groq API provides fast AI-generated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Provide intelligent answers to user questions.</a:t>
            </a:r>
          </a:p>
          <a:p>
            <a:pPr>
              <a:spcAft>
                <a:spcPts val="1000"/>
              </a:spcAft>
              <a:defRPr sz="2200"/>
            </a:pPr>
            <a:r>
              <a:t>Build a simple and user-friendly chatbot.</a:t>
            </a:r>
          </a:p>
          <a:p>
            <a:pPr>
              <a:spcAft>
                <a:spcPts val="1000"/>
              </a:spcAft>
              <a:defRPr sz="2200"/>
            </a:pPr>
            <a:r>
              <a:t>Understand practical Generative AI implementation.</a:t>
            </a:r>
          </a:p>
          <a:p>
            <a:pPr>
              <a:spcAft>
                <a:spcPts val="1000"/>
              </a:spcAft>
              <a:defRPr sz="2200"/>
            </a:pPr>
            <a:r>
              <a:t>Learn real-world use of Python and APIs.</a:t>
            </a:r>
          </a:p>
          <a:p>
            <a:pPr>
              <a:spcAft>
                <a:spcPts val="1000"/>
              </a:spcAft>
              <a:defRPr sz="2200"/>
            </a:pPr>
            <a:r>
              <a:t>Provide a fast conversational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Python</a:t>
            </a:r>
          </a:p>
          <a:p>
            <a:pPr>
              <a:spcAft>
                <a:spcPts val="1000"/>
              </a:spcAft>
              <a:defRPr sz="2200"/>
            </a:pPr>
            <a:r>
              <a:t>Streamlit</a:t>
            </a:r>
          </a:p>
          <a:p>
            <a:pPr>
              <a:spcAft>
                <a:spcPts val="1000"/>
              </a:spcAft>
              <a:defRPr sz="2200"/>
            </a:pPr>
            <a:r>
              <a:t>LangChain</a:t>
            </a:r>
          </a:p>
          <a:p>
            <a:pPr>
              <a:spcAft>
                <a:spcPts val="1000"/>
              </a:spcAft>
              <a:defRPr sz="2200"/>
            </a:pPr>
            <a:r>
              <a:t>Groq API</a:t>
            </a:r>
          </a:p>
          <a:p>
            <a:pPr>
              <a:spcAft>
                <a:spcPts val="1000"/>
              </a:spcAft>
              <a:defRPr sz="2200"/>
            </a:pPr>
            <a:r>
              <a:t>python-dotenv</a:t>
            </a:r>
          </a:p>
          <a:p>
            <a:pPr>
              <a:spcAft>
                <a:spcPts val="1000"/>
              </a:spcAft>
              <a:defRPr sz="2200"/>
            </a:pPr>
            <a:r>
              <a:t>VS Code and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Interactive chat interface</a:t>
            </a:r>
          </a:p>
          <a:p>
            <a:pPr>
              <a:spcAft>
                <a:spcPts val="1000"/>
              </a:spcAft>
              <a:defRPr sz="2200"/>
            </a:pPr>
            <a:r>
              <a:t>AI-generated responses</a:t>
            </a:r>
          </a:p>
          <a:p>
            <a:pPr>
              <a:spcAft>
                <a:spcPts val="1000"/>
              </a:spcAft>
              <a:defRPr sz="2200"/>
            </a:pPr>
            <a:r>
              <a:t>Fast response using Groq</a:t>
            </a:r>
          </a:p>
          <a:p>
            <a:pPr>
              <a:spcAft>
                <a:spcPts val="1000"/>
              </a:spcAft>
              <a:defRPr sz="2200"/>
            </a:pPr>
            <a:r>
              <a:t>Web-based application</a:t>
            </a:r>
          </a:p>
          <a:p>
            <a:pPr>
              <a:spcAft>
                <a:spcPts val="1000"/>
              </a:spcAft>
              <a:defRPr sz="2200"/>
            </a:pPr>
            <a:r>
              <a:t>Secure API key handling using .env</a:t>
            </a:r>
          </a:p>
          <a:p>
            <a:pPr>
              <a:spcAft>
                <a:spcPts val="1000"/>
              </a:spcAft>
              <a:defRPr sz="2200"/>
            </a:pPr>
            <a:r>
              <a:t>Simple and easy-to-use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1. User enters a question.</a:t>
            </a:r>
          </a:p>
          <a:p>
            <a:pPr>
              <a:spcAft>
                <a:spcPts val="1000"/>
              </a:spcAft>
              <a:defRPr sz="2200"/>
            </a:pPr>
            <a:r>
              <a:t>2. Streamlit receives the input.</a:t>
            </a:r>
          </a:p>
          <a:p>
            <a:pPr>
              <a:spcAft>
                <a:spcPts val="1000"/>
              </a:spcAft>
              <a:defRPr sz="2200"/>
            </a:pPr>
            <a:r>
              <a:t>3. LangChain sends the message to the AI model.</a:t>
            </a:r>
          </a:p>
          <a:p>
            <a:pPr>
              <a:spcAft>
                <a:spcPts val="1000"/>
              </a:spcAft>
              <a:defRPr sz="2200"/>
            </a:pPr>
            <a:r>
              <a:t>4. Groq API processes the request.</a:t>
            </a:r>
          </a:p>
          <a:p>
            <a:pPr>
              <a:spcAft>
                <a:spcPts val="1000"/>
              </a:spcAft>
              <a:defRPr sz="2200"/>
            </a:pPr>
            <a:r>
              <a:t>5. AI model generates a response.</a:t>
            </a:r>
          </a:p>
          <a:p>
            <a:pPr>
              <a:spcAft>
                <a:spcPts val="1000"/>
              </a:spcAft>
              <a:defRPr sz="2200"/>
            </a:pPr>
            <a:r>
              <a:t>6. Response is displayed to the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AI-Chatbot/</a:t>
            </a:r>
          </a:p>
          <a:p>
            <a:pPr>
              <a:spcAft>
                <a:spcPts val="1000"/>
              </a:spcAft>
              <a:defRPr sz="2200"/>
            </a:pPr>
            <a:r>
              <a:t>├── chatbot.py        → Main application</a:t>
            </a:r>
          </a:p>
          <a:p>
            <a:pPr>
              <a:spcAft>
                <a:spcPts val="1000"/>
              </a:spcAft>
              <a:defRPr sz="2200"/>
            </a:pPr>
            <a:r>
              <a:t>├── requirements.txt   → Required libraries</a:t>
            </a:r>
          </a:p>
          <a:p>
            <a:pPr>
              <a:spcAft>
                <a:spcPts val="1000"/>
              </a:spcAft>
              <a:defRPr sz="2200"/>
            </a:pPr>
            <a:r>
              <a:t>├── .env               → API key</a:t>
            </a:r>
          </a:p>
          <a:p>
            <a:pPr>
              <a:spcAft>
                <a:spcPts val="1000"/>
              </a:spcAft>
              <a:defRPr sz="2200"/>
            </a:pPr>
            <a:r>
              <a:t>├── .gitignore         → Protects sensitive files</a:t>
            </a:r>
          </a:p>
          <a:p>
            <a:pPr>
              <a:spcAft>
                <a:spcPts val="1000"/>
              </a:spcAft>
              <a:defRPr sz="2200"/>
            </a:pPr>
            <a:r>
              <a:t>└── README.md           → Project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Code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st.title() → Displays the chatbot title</a:t>
            </a:r>
          </a:p>
          <a:p>
            <a:pPr>
              <a:spcAft>
                <a:spcPts val="1000"/>
              </a:spcAft>
              <a:defRPr sz="2200"/>
            </a:pPr>
            <a:r>
              <a:t>st.chat_input() → Takes user input</a:t>
            </a:r>
          </a:p>
          <a:p>
            <a:pPr>
              <a:spcAft>
                <a:spcPts val="1000"/>
              </a:spcAft>
              <a:defRPr sz="2200"/>
            </a:pPr>
            <a:r>
              <a:t>ChatGroq() → Connects to Groq AI model</a:t>
            </a:r>
          </a:p>
          <a:p>
            <a:pPr>
              <a:spcAft>
                <a:spcPts val="1000"/>
              </a:spcAft>
              <a:defRPr sz="2200"/>
            </a:pPr>
            <a:r>
              <a:t>llm.invoke() → Sends request to the AI model</a:t>
            </a:r>
          </a:p>
          <a:p>
            <a:pPr>
              <a:spcAft>
                <a:spcPts val="1000"/>
              </a:spcAft>
              <a:defRPr sz="2200"/>
            </a:pPr>
            <a:r>
              <a:t>st.write() → Displays the AI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Interactive AI Chatbot Web Interface</a:t>
            </a:r>
          </a:p>
          <a:p>
            <a:pPr>
              <a:spcAft>
                <a:spcPts val="1000"/>
              </a:spcAft>
              <a:defRPr sz="2200"/>
            </a:pPr>
            <a:r>
              <a:t>Add your chatbot screenshot on this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Easy to use</a:t>
            </a:r>
          </a:p>
          <a:p>
            <a:pPr>
              <a:spcAft>
                <a:spcPts val="1000"/>
              </a:spcAft>
              <a:defRPr sz="2200"/>
            </a:pPr>
            <a:r>
              <a:t>Fast AI responses</a:t>
            </a:r>
          </a:p>
          <a:p>
            <a:pPr>
              <a:spcAft>
                <a:spcPts val="1000"/>
              </a:spcAft>
              <a:defRPr sz="2200"/>
            </a:pPr>
            <a:r>
              <a:t>Runs in a web browser</a:t>
            </a:r>
          </a:p>
          <a:p>
            <a:pPr>
              <a:spcAft>
                <a:spcPts val="1000"/>
              </a:spcAft>
              <a:defRPr sz="2200"/>
            </a:pPr>
            <a:r>
              <a:t>Simple implementation</a:t>
            </a:r>
          </a:p>
          <a:p>
            <a:pPr>
              <a:spcAft>
                <a:spcPts val="1000"/>
              </a:spcAft>
              <a:defRPr sz="2200"/>
            </a:pPr>
            <a:r>
              <a:t>Practical Generative AI application</a:t>
            </a:r>
          </a:p>
          <a:p>
            <a:pPr>
              <a:spcAft>
                <a:spcPts val="1000"/>
              </a:spcAft>
              <a:defRPr sz="2200"/>
            </a:pPr>
            <a:r>
              <a:t>Easy to upgrade and extend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Voice input and output</a:t>
            </a:r>
          </a:p>
          <a:p>
            <a:pPr>
              <a:spcAft>
                <a:spcPts val="1000"/>
              </a:spcAft>
              <a:defRPr sz="2200"/>
            </a:pPr>
            <a:r>
              <a:t>PDF/document question answering</a:t>
            </a:r>
          </a:p>
          <a:p>
            <a:pPr>
              <a:spcAft>
                <a:spcPts val="1000"/>
              </a:spcAft>
              <a:defRPr sz="2200"/>
            </a:pPr>
            <a:r>
              <a:t>Conversation memory</a:t>
            </a:r>
          </a:p>
          <a:p>
            <a:pPr>
              <a:spcAft>
                <a:spcPts val="1000"/>
              </a:spcAft>
              <a:defRPr sz="2200"/>
            </a:pPr>
            <a:r>
              <a:t>Multilingual support</a:t>
            </a:r>
          </a:p>
          <a:p>
            <a:pPr>
              <a:spcAft>
                <a:spcPts val="1000"/>
              </a:spcAft>
              <a:defRPr sz="2200"/>
            </a:pPr>
            <a:r>
              <a:t>User authentication</a:t>
            </a:r>
          </a:p>
          <a:p>
            <a:pPr>
              <a:spcAft>
                <a:spcPts val="1000"/>
              </a:spcAft>
              <a:defRPr sz="2200"/>
            </a:pPr>
            <a:r>
              <a:t>Chat history</a:t>
            </a:r>
          </a:p>
          <a:p>
            <a:pPr>
              <a:spcAft>
                <a:spcPts val="1000"/>
              </a:spcAft>
              <a:defRPr sz="2200"/>
            </a:pPr>
            <a:r>
              <a:t>Image understanding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This project demonstrates how Python, Streamlit, LangChain and Groq API can be combined to create an interactive AI chatbot.</a:t>
            </a:r>
          </a:p>
          <a:p>
            <a:pPr>
              <a:spcAft>
                <a:spcPts val="1000"/>
              </a:spcAft>
              <a:defRPr sz="1800"/>
            </a:pPr>
            <a:r>
              <a:t>It provides a simple platform for users to communicate with an AI model and receive intelligent responses.</a:t>
            </a:r>
          </a:p>
          <a:p>
            <a:pPr>
              <a:spcAft>
                <a:spcPts val="1000"/>
              </a:spcAft>
              <a:defRPr sz="2200"/>
            </a:pPr>
            <a:r>
              <a:t>Thank You!</a:t>
            </a:r>
          </a:p>
          <a:p>
            <a:pPr>
              <a:spcAft>
                <a:spcPts val="1000"/>
              </a:spcAft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